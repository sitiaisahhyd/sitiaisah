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4" autoAdjust="0"/>
    <p:restoredTop sz="94660"/>
  </p:normalViewPr>
  <p:slideViewPr>
    <p:cSldViewPr snapToGrid="0">
      <p:cViewPr varScale="1">
        <p:scale>
          <a:sx n="72" d="100"/>
          <a:sy n="72" d="100"/>
        </p:scale>
        <p:origin x="57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D6E1C-5239-4355-A13F-AC16097A7A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B44B5A-86CD-4316-886E-95B7FA4A81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D9576-B77F-4EF7-8505-E2CF9274C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AA35D-77F5-4E64-BF51-AA4A36664741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C09D7-55CB-40FE-BFAF-A3F6E4A7D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CFF85-F7EA-477D-8D2C-4441731D7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202D9-A4B5-4EE2-90B2-F49D4104AD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5450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3F80A-27A2-473D-8C02-39649E072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3CFF9-BC03-4AC9-A9F6-7086FEF1F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158E5-40A5-404B-B567-E9F320BE0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AA35D-77F5-4E64-BF51-AA4A36664741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EB3A3-E9D3-495B-8917-D2536CBD5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9B44B-DE0C-4B08-8FA9-4545DF18E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202D9-A4B5-4EE2-90B2-F49D4104AD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33096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FAA51-99F6-44A9-A0DA-C7AB3FE15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79900-FA87-4E7C-8A46-6E774B281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738C9-E729-46B2-8293-1958DA7FF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AA35D-77F5-4E64-BF51-AA4A36664741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3F730-FA27-4D79-88F0-7943A1C95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C69D1-9082-4155-85B8-A092F8A66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202D9-A4B5-4EE2-90B2-F49D4104AD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56672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22174-4E19-4E77-92F2-CFB163726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004BC-4130-4AEA-A59B-D9BB5963F3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7B9734-DADE-4EFF-B6C6-7D2E526AD5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352BD3-2AC8-49E6-B3D4-1CB970095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AA35D-77F5-4E64-BF51-AA4A36664741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13578B-800F-407D-A6B0-52A2628FF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485F26-AD6B-4DD9-B1D5-CA0CEB923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202D9-A4B5-4EE2-90B2-F49D4104AD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42643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20984-BD56-4E89-8954-466293CF4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B2CF80-0B1C-4350-8FC2-AFD2760C8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3B3DB6-9C78-41D5-9BE7-9E024DCBC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63531F-4924-49D6-A712-693804640A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9D6FB8-E4AD-4123-ADAA-5E3E227761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BB48B2-1EEA-4B06-8A7C-851FD3EAE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AA35D-77F5-4E64-BF51-AA4A36664741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169DA9-71CE-4205-A742-844328FBF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F9B1B2-8212-48CE-838A-04DCDA44D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202D9-A4B5-4EE2-90B2-F49D4104AD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37364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FE806-BDD6-43D5-989D-9C4ACA167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D087D8-76D5-4C4D-8575-CA6DD2F9F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AA35D-77F5-4E64-BF51-AA4A36664741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3AAE1B-28E4-4774-9A7B-58429F473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B96D91-EA4E-44FD-BAA6-4C4105AFF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202D9-A4B5-4EE2-90B2-F49D4104AD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23372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E38A9B-DC0A-4D37-9D72-9EC021239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AA35D-77F5-4E64-BF51-AA4A36664741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104018-23A9-4AC9-805A-1CF820BF4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5A22B-228E-4512-855A-D7FAA90A8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202D9-A4B5-4EE2-90B2-F49D4104AD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61448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51230-C926-4382-987E-DABF2D146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A9AB7-264B-4021-AF84-DE71C02FA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2F4CE1-EF7F-4180-B7F0-9A43CB9A75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72FFF3-635C-4A77-80AB-184468693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AA35D-77F5-4E64-BF51-AA4A36664741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20262-8B09-4F78-B913-0524FB4C4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F75002-8DBA-4C8C-85F9-B41C6089B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202D9-A4B5-4EE2-90B2-F49D4104AD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98696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E4C19-0591-4165-80ED-801E1BAB9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63C69E-E8EE-48E2-97F5-AD30C913F0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97E46D-8441-4073-8E7C-3976BBD6A9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47DE27-784B-4B83-8378-CA544041D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AA35D-77F5-4E64-BF51-AA4A36664741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683263-A773-4BE1-A033-DAE61554B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672144-3A1F-4100-A6FD-D75CFB62F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202D9-A4B5-4EE2-90B2-F49D4104AD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4880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9DCBB-1FB1-46B7-BBA1-B8EBC17F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E48886-C462-44BC-BD4E-F462A939D3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DD8AC-916F-4BCC-8AF7-C1BCCA321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AA35D-77F5-4E64-BF51-AA4A36664741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F49CD-CF11-48EA-8B17-476303B70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29A2D-817D-4817-80FB-13FFF812A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202D9-A4B5-4EE2-90B2-F49D4104AD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8312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6F5CA5-21E4-43D1-9C58-DD78C3A567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E10D2E-A965-472C-888C-B34303EC60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86110-2D2D-44C2-9C07-3D5CEC520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AA35D-77F5-4E64-BF51-AA4A36664741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461EF-ED5D-42A5-AE8E-239B0ABF5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E87DF-3AD5-4BAB-A5EF-A9F42BC7D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202D9-A4B5-4EE2-90B2-F49D4104AD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01735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F4B59B-D5A5-467F-A1A7-4DE823CF1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3238E-2CA7-4A3E-82EB-50C115DF41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D4FBD-AAE2-47CA-89B3-90BE3DA682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0AA35D-77F5-4E64-BF51-AA4A36664741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4BE87-DEB8-4E58-AFA9-987031088D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FEBE2-374C-4D47-AC7F-8CFB4D5273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7202D9-A4B5-4EE2-90B2-F49D4104AD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82809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4659674-6022-4952-B981-5387464BFD30}"/>
              </a:ext>
            </a:extLst>
          </p:cNvPr>
          <p:cNvSpPr/>
          <p:nvPr/>
        </p:nvSpPr>
        <p:spPr>
          <a:xfrm>
            <a:off x="5090491" y="77844"/>
            <a:ext cx="1414666" cy="49695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เริ่มต้น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E01DB3-71C3-4508-A770-0936FCD11352}"/>
              </a:ext>
            </a:extLst>
          </p:cNvPr>
          <p:cNvSpPr/>
          <p:nvPr/>
        </p:nvSpPr>
        <p:spPr>
          <a:xfrm>
            <a:off x="4515682" y="834040"/>
            <a:ext cx="2488093" cy="5698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สอบประมวลผล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521B4F2-49B7-4239-A861-84B8ABE86397}"/>
              </a:ext>
            </a:extLst>
          </p:cNvPr>
          <p:cNvCxnSpPr>
            <a:cxnSpLocks/>
          </p:cNvCxnSpPr>
          <p:nvPr/>
        </p:nvCxnSpPr>
        <p:spPr>
          <a:xfrm>
            <a:off x="5811072" y="574802"/>
            <a:ext cx="0" cy="2782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arallelogram 7">
            <a:extLst>
              <a:ext uri="{FF2B5EF4-FFF2-40B4-BE49-F238E27FC236}">
                <a16:creationId xmlns:a16="http://schemas.microsoft.com/office/drawing/2014/main" id="{FB3226E1-0173-4887-96CB-294333284B14}"/>
              </a:ext>
            </a:extLst>
          </p:cNvPr>
          <p:cNvSpPr/>
          <p:nvPr/>
        </p:nvSpPr>
        <p:spPr>
          <a:xfrm>
            <a:off x="3876255" y="1759227"/>
            <a:ext cx="3949148" cy="569844"/>
          </a:xfrm>
          <a:prstGeom prst="parallelogram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ตัวเลขค่าระดับคะแนน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91CFEAC-E420-424C-8D70-43B1539EF6C7}"/>
              </a:ext>
            </a:extLst>
          </p:cNvPr>
          <p:cNvCxnSpPr>
            <a:cxnSpLocks/>
          </p:cNvCxnSpPr>
          <p:nvPr/>
        </p:nvCxnSpPr>
        <p:spPr>
          <a:xfrm>
            <a:off x="5824323" y="1403884"/>
            <a:ext cx="0" cy="3553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iamond 9">
            <a:extLst>
              <a:ext uri="{FF2B5EF4-FFF2-40B4-BE49-F238E27FC236}">
                <a16:creationId xmlns:a16="http://schemas.microsoft.com/office/drawing/2014/main" id="{4A8F6102-9F2B-41FF-9700-91E6BC824AC4}"/>
              </a:ext>
            </a:extLst>
          </p:cNvPr>
          <p:cNvSpPr/>
          <p:nvPr/>
        </p:nvSpPr>
        <p:spPr>
          <a:xfrm>
            <a:off x="4704522" y="2792059"/>
            <a:ext cx="2299253" cy="781874"/>
          </a:xfrm>
          <a:prstGeom prst="diamond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Score&gt;50</a:t>
            </a:r>
            <a:endParaRPr lang="th-TH" sz="1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4B177C2-B666-445A-B37F-F6832EA1C293}"/>
              </a:ext>
            </a:extLst>
          </p:cNvPr>
          <p:cNvCxnSpPr>
            <a:cxnSpLocks/>
          </p:cNvCxnSpPr>
          <p:nvPr/>
        </p:nvCxnSpPr>
        <p:spPr>
          <a:xfrm>
            <a:off x="5850829" y="2354729"/>
            <a:ext cx="0" cy="4240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978EDC9-B643-486A-B540-0FC3EC8B14BE}"/>
              </a:ext>
            </a:extLst>
          </p:cNvPr>
          <p:cNvSpPr/>
          <p:nvPr/>
        </p:nvSpPr>
        <p:spPr>
          <a:xfrm>
            <a:off x="1563755" y="3588402"/>
            <a:ext cx="1020417" cy="3246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ผ่าน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30936162-9C1A-4499-BD9E-EAF4C69A5D60}"/>
              </a:ext>
            </a:extLst>
          </p:cNvPr>
          <p:cNvCxnSpPr>
            <a:stCxn id="10" idx="1"/>
            <a:endCxn id="13" idx="0"/>
          </p:cNvCxnSpPr>
          <p:nvPr/>
        </p:nvCxnSpPr>
        <p:spPr>
          <a:xfrm rot="10800000" flipV="1">
            <a:off x="2073964" y="3182996"/>
            <a:ext cx="2630558" cy="40540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7B0DBEA2-A88E-4F55-9398-FBEE39EFFF8E}"/>
              </a:ext>
            </a:extLst>
          </p:cNvPr>
          <p:cNvSpPr/>
          <p:nvPr/>
        </p:nvSpPr>
        <p:spPr>
          <a:xfrm>
            <a:off x="8289237" y="3539091"/>
            <a:ext cx="1020417" cy="3246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ไม่ผ่าน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9E39142E-A6FF-4122-BBE7-A754C7EE92C9}"/>
              </a:ext>
            </a:extLst>
          </p:cNvPr>
          <p:cNvCxnSpPr>
            <a:stCxn id="10" idx="3"/>
            <a:endCxn id="16" idx="0"/>
          </p:cNvCxnSpPr>
          <p:nvPr/>
        </p:nvCxnSpPr>
        <p:spPr>
          <a:xfrm>
            <a:off x="7003775" y="3182996"/>
            <a:ext cx="1795671" cy="35609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Diamond 18">
            <a:extLst>
              <a:ext uri="{FF2B5EF4-FFF2-40B4-BE49-F238E27FC236}">
                <a16:creationId xmlns:a16="http://schemas.microsoft.com/office/drawing/2014/main" id="{A2256BC1-7E5E-4D08-A094-59260E8A1F72}"/>
              </a:ext>
            </a:extLst>
          </p:cNvPr>
          <p:cNvSpPr/>
          <p:nvPr/>
        </p:nvSpPr>
        <p:spPr>
          <a:xfrm>
            <a:off x="924336" y="4290367"/>
            <a:ext cx="2299253" cy="626177"/>
          </a:xfrm>
          <a:prstGeom prst="diamond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Score&gt;=75</a:t>
            </a:r>
            <a:endParaRPr lang="th-TH" sz="14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351ACA5-53C0-482C-9419-5275A0D65518}"/>
              </a:ext>
            </a:extLst>
          </p:cNvPr>
          <p:cNvSpPr/>
          <p:nvPr/>
        </p:nvSpPr>
        <p:spPr>
          <a:xfrm>
            <a:off x="5249519" y="3903172"/>
            <a:ext cx="1020417" cy="32468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/>
              <a:t>ดีเยี่ยม</a:t>
            </a:r>
          </a:p>
        </p:txBody>
      </p:sp>
      <p:sp>
        <p:nvSpPr>
          <p:cNvPr id="21" name="Diamond 20">
            <a:extLst>
              <a:ext uri="{FF2B5EF4-FFF2-40B4-BE49-F238E27FC236}">
                <a16:creationId xmlns:a16="http://schemas.microsoft.com/office/drawing/2014/main" id="{533C3597-E03F-42E5-86EF-8259620FEBE5}"/>
              </a:ext>
            </a:extLst>
          </p:cNvPr>
          <p:cNvSpPr/>
          <p:nvPr/>
        </p:nvSpPr>
        <p:spPr>
          <a:xfrm>
            <a:off x="4674696" y="4656489"/>
            <a:ext cx="2299253" cy="626177"/>
          </a:xfrm>
          <a:prstGeom prst="diamond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Score&gt;=80</a:t>
            </a:r>
            <a:endParaRPr lang="th-TH" sz="140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DC33FBD-F8D6-42DE-8976-1BE145A04ADF}"/>
              </a:ext>
            </a:extLst>
          </p:cNvPr>
          <p:cNvCxnSpPr>
            <a:cxnSpLocks/>
          </p:cNvCxnSpPr>
          <p:nvPr/>
        </p:nvCxnSpPr>
        <p:spPr>
          <a:xfrm>
            <a:off x="2073956" y="3913089"/>
            <a:ext cx="0" cy="2782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F6617332-6F3B-4588-B4A8-3E77A2191F4C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 flipV="1">
            <a:off x="3223589" y="4065516"/>
            <a:ext cx="2025930" cy="537940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D24F3A7-0BDA-45F8-ACA4-79A2723FE10F}"/>
              </a:ext>
            </a:extLst>
          </p:cNvPr>
          <p:cNvCxnSpPr>
            <a:cxnSpLocks/>
          </p:cNvCxnSpPr>
          <p:nvPr/>
        </p:nvCxnSpPr>
        <p:spPr>
          <a:xfrm>
            <a:off x="5850828" y="3628601"/>
            <a:ext cx="0" cy="2844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82EE398-5170-47E5-A450-81A2AD365B09}"/>
              </a:ext>
            </a:extLst>
          </p:cNvPr>
          <p:cNvCxnSpPr>
            <a:cxnSpLocks/>
          </p:cNvCxnSpPr>
          <p:nvPr/>
        </p:nvCxnSpPr>
        <p:spPr>
          <a:xfrm>
            <a:off x="5824323" y="4254366"/>
            <a:ext cx="0" cy="37063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E7BDF5D1-110A-4963-8046-EABD5D0D6BF4}"/>
              </a:ext>
            </a:extLst>
          </p:cNvPr>
          <p:cNvSpPr/>
          <p:nvPr/>
        </p:nvSpPr>
        <p:spPr>
          <a:xfrm>
            <a:off x="1033670" y="5398621"/>
            <a:ext cx="2842585" cy="40872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Outstanding</a:t>
            </a:r>
            <a:endParaRPr lang="th-TH" sz="2000" dirty="0"/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087ADB46-2274-45DE-8FBD-A2ADE746EAE5}"/>
              </a:ext>
            </a:extLst>
          </p:cNvPr>
          <p:cNvCxnSpPr>
            <a:cxnSpLocks/>
            <a:stCxn id="21" idx="2"/>
            <a:endCxn id="33" idx="3"/>
          </p:cNvCxnSpPr>
          <p:nvPr/>
        </p:nvCxnSpPr>
        <p:spPr>
          <a:xfrm rot="5400000">
            <a:off x="4690129" y="4468792"/>
            <a:ext cx="320320" cy="194806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8B09BC74-BBFA-4619-9786-2829D3D26FEE}"/>
              </a:ext>
            </a:extLst>
          </p:cNvPr>
          <p:cNvSpPr/>
          <p:nvPr/>
        </p:nvSpPr>
        <p:spPr>
          <a:xfrm>
            <a:off x="4515682" y="5746123"/>
            <a:ext cx="2842585" cy="40872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/>
              <a:t>ประกาศผลสอบ</a:t>
            </a: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80D56903-CA5B-486B-A42C-01C5C0533FFA}"/>
              </a:ext>
            </a:extLst>
          </p:cNvPr>
          <p:cNvCxnSpPr>
            <a:stCxn id="33" idx="2"/>
            <a:endCxn id="38" idx="1"/>
          </p:cNvCxnSpPr>
          <p:nvPr/>
        </p:nvCxnSpPr>
        <p:spPr>
          <a:xfrm rot="16200000" flipH="1">
            <a:off x="3413753" y="4848559"/>
            <a:ext cx="143138" cy="206071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B503525B-0EC5-4313-A2C1-990B286534A3}"/>
              </a:ext>
            </a:extLst>
          </p:cNvPr>
          <p:cNvCxnSpPr>
            <a:stCxn id="16" idx="2"/>
            <a:endCxn id="38" idx="3"/>
          </p:cNvCxnSpPr>
          <p:nvPr/>
        </p:nvCxnSpPr>
        <p:spPr>
          <a:xfrm rot="5400000">
            <a:off x="7035502" y="4186544"/>
            <a:ext cx="2086710" cy="144117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27CD01EA-5C68-4414-9C56-AE1E063498BF}"/>
              </a:ext>
            </a:extLst>
          </p:cNvPr>
          <p:cNvSpPr/>
          <p:nvPr/>
        </p:nvSpPr>
        <p:spPr>
          <a:xfrm>
            <a:off x="5143495" y="6393025"/>
            <a:ext cx="1414666" cy="42692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สิ้นสุด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B8FE856-61F4-4809-8B30-713D151A2F8E}"/>
              </a:ext>
            </a:extLst>
          </p:cNvPr>
          <p:cNvCxnSpPr>
            <a:cxnSpLocks/>
          </p:cNvCxnSpPr>
          <p:nvPr/>
        </p:nvCxnSpPr>
        <p:spPr>
          <a:xfrm>
            <a:off x="5850828" y="6114730"/>
            <a:ext cx="0" cy="2782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8E446DDB-0BDE-4920-84DF-9676F829A1D9}"/>
              </a:ext>
            </a:extLst>
          </p:cNvPr>
          <p:cNvCxnSpPr>
            <a:endCxn id="48" idx="3"/>
          </p:cNvCxnSpPr>
          <p:nvPr/>
        </p:nvCxnSpPr>
        <p:spPr>
          <a:xfrm rot="10800000" flipV="1">
            <a:off x="6558162" y="5990244"/>
            <a:ext cx="2241285" cy="616242"/>
          </a:xfrm>
          <a:prstGeom prst="bentConnector3">
            <a:avLst>
              <a:gd name="adj1" fmla="val -25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5627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672F1F30-3B20-47C7-A2E5-7D5DC2881087}"/>
              </a:ext>
            </a:extLst>
          </p:cNvPr>
          <p:cNvSpPr/>
          <p:nvPr/>
        </p:nvSpPr>
        <p:spPr>
          <a:xfrm>
            <a:off x="3657600" y="516835"/>
            <a:ext cx="1868557" cy="52322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3EF954-003F-4419-AFE4-E684F6E08734}"/>
              </a:ext>
            </a:extLst>
          </p:cNvPr>
          <p:cNvSpPr/>
          <p:nvPr/>
        </p:nvSpPr>
        <p:spPr>
          <a:xfrm>
            <a:off x="1007165" y="857717"/>
            <a:ext cx="1868557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จังหวัด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0E8FAF-8BFC-4FE4-A04D-AD8041267008}"/>
              </a:ext>
            </a:extLst>
          </p:cNvPr>
          <p:cNvSpPr txBox="1"/>
          <p:nvPr/>
        </p:nvSpPr>
        <p:spPr>
          <a:xfrm>
            <a:off x="3975652" y="530087"/>
            <a:ext cx="12854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รหัสจังหวัด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7555401-6B9A-477E-8AC9-A910BA6238C7}"/>
              </a:ext>
            </a:extLst>
          </p:cNvPr>
          <p:cNvSpPr/>
          <p:nvPr/>
        </p:nvSpPr>
        <p:spPr>
          <a:xfrm>
            <a:off x="3684102" y="1255282"/>
            <a:ext cx="1868557" cy="52322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7C7FC1-6A9C-4EDA-BC26-518A5A30FC5D}"/>
              </a:ext>
            </a:extLst>
          </p:cNvPr>
          <p:cNvSpPr txBox="1"/>
          <p:nvPr/>
        </p:nvSpPr>
        <p:spPr>
          <a:xfrm>
            <a:off x="4002154" y="1314917"/>
            <a:ext cx="15505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ชื่อจังหวัด </a:t>
            </a:r>
            <a:r>
              <a:rPr lang="en-US" dirty="0"/>
              <a:t>T</a:t>
            </a:r>
            <a:endParaRPr lang="th-TH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EC15322-072C-4648-BF1C-92356B15484C}"/>
              </a:ext>
            </a:extLst>
          </p:cNvPr>
          <p:cNvSpPr/>
          <p:nvPr/>
        </p:nvSpPr>
        <p:spPr>
          <a:xfrm>
            <a:off x="3684102" y="1970900"/>
            <a:ext cx="1868557" cy="52322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8E13D1-BD42-45EC-BB85-B36524F69E92}"/>
              </a:ext>
            </a:extLst>
          </p:cNvPr>
          <p:cNvSpPr txBox="1"/>
          <p:nvPr/>
        </p:nvSpPr>
        <p:spPr>
          <a:xfrm>
            <a:off x="3975652" y="2030535"/>
            <a:ext cx="15505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ชื่อจังหวัด </a:t>
            </a:r>
            <a:r>
              <a:rPr lang="en-US" dirty="0"/>
              <a:t>E</a:t>
            </a:r>
            <a:endParaRPr lang="th-TH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AA56661-ED69-4F08-89DF-659800AB94BD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2875722" y="857717"/>
            <a:ext cx="689113" cy="457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B5AF67A-2D74-4BAE-81B9-58A0055B8AB3}"/>
              </a:ext>
            </a:extLst>
          </p:cNvPr>
          <p:cNvCxnSpPr>
            <a:stCxn id="5" idx="3"/>
          </p:cNvCxnSpPr>
          <p:nvPr/>
        </p:nvCxnSpPr>
        <p:spPr>
          <a:xfrm>
            <a:off x="2875722" y="1314917"/>
            <a:ext cx="689113" cy="1030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717C3B0-8354-461C-BEA5-58F07EF6DD52}"/>
              </a:ext>
            </a:extLst>
          </p:cNvPr>
          <p:cNvCxnSpPr>
            <a:stCxn id="5" idx="3"/>
          </p:cNvCxnSpPr>
          <p:nvPr/>
        </p:nvCxnSpPr>
        <p:spPr>
          <a:xfrm>
            <a:off x="2875722" y="1314917"/>
            <a:ext cx="808380" cy="7156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0A78D286-2D09-467F-B9A1-EF68238C0EB3}"/>
              </a:ext>
            </a:extLst>
          </p:cNvPr>
          <p:cNvSpPr/>
          <p:nvPr/>
        </p:nvSpPr>
        <p:spPr>
          <a:xfrm>
            <a:off x="3657600" y="3015834"/>
            <a:ext cx="1868557" cy="52322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D925CE7-AACA-46A3-99CB-4512C8ABD77B}"/>
              </a:ext>
            </a:extLst>
          </p:cNvPr>
          <p:cNvSpPr/>
          <p:nvPr/>
        </p:nvSpPr>
        <p:spPr>
          <a:xfrm>
            <a:off x="1007165" y="3356716"/>
            <a:ext cx="1868557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อำเภอ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917433-2019-4083-A1D3-F2D5E9E0AE20}"/>
              </a:ext>
            </a:extLst>
          </p:cNvPr>
          <p:cNvSpPr txBox="1"/>
          <p:nvPr/>
        </p:nvSpPr>
        <p:spPr>
          <a:xfrm>
            <a:off x="3975652" y="3029086"/>
            <a:ext cx="12854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รหัสอำเภอ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2A7E2C7-7C50-431F-9D63-7D28034C20CD}"/>
              </a:ext>
            </a:extLst>
          </p:cNvPr>
          <p:cNvSpPr/>
          <p:nvPr/>
        </p:nvSpPr>
        <p:spPr>
          <a:xfrm>
            <a:off x="3684102" y="3754281"/>
            <a:ext cx="1868557" cy="52322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36CF1C-E3BC-4377-8F1E-7BBDE5C99550}"/>
              </a:ext>
            </a:extLst>
          </p:cNvPr>
          <p:cNvSpPr txBox="1"/>
          <p:nvPr/>
        </p:nvSpPr>
        <p:spPr>
          <a:xfrm>
            <a:off x="4002154" y="3813916"/>
            <a:ext cx="15505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ชื่ออำเภอ </a:t>
            </a:r>
            <a:r>
              <a:rPr lang="en-US" dirty="0"/>
              <a:t>T</a:t>
            </a:r>
            <a:endParaRPr lang="th-TH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D627C40-F252-465B-9F75-538E81BAA0E2}"/>
              </a:ext>
            </a:extLst>
          </p:cNvPr>
          <p:cNvSpPr/>
          <p:nvPr/>
        </p:nvSpPr>
        <p:spPr>
          <a:xfrm>
            <a:off x="3684102" y="4469899"/>
            <a:ext cx="1868557" cy="52322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212A54-E3CA-4C09-866F-15410B60F7CE}"/>
              </a:ext>
            </a:extLst>
          </p:cNvPr>
          <p:cNvSpPr txBox="1"/>
          <p:nvPr/>
        </p:nvSpPr>
        <p:spPr>
          <a:xfrm>
            <a:off x="3975652" y="4529534"/>
            <a:ext cx="15505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ชื่ออำเภอ </a:t>
            </a:r>
            <a:r>
              <a:rPr lang="en-US" dirty="0"/>
              <a:t>E</a:t>
            </a:r>
            <a:endParaRPr lang="th-TH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BC4DBF8-9155-4C31-8210-02CD121A7E08}"/>
              </a:ext>
            </a:extLst>
          </p:cNvPr>
          <p:cNvCxnSpPr>
            <a:cxnSpLocks/>
            <a:stCxn id="21" idx="3"/>
          </p:cNvCxnSpPr>
          <p:nvPr/>
        </p:nvCxnSpPr>
        <p:spPr>
          <a:xfrm flipV="1">
            <a:off x="2875722" y="3356716"/>
            <a:ext cx="689113" cy="457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054CE5B-6AB2-44A9-814E-CB7C60AA7CBB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2875722" y="3813916"/>
            <a:ext cx="689113" cy="1030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8CEC84B-54D8-4CBB-B020-AC68FC226D15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2875722" y="3813916"/>
            <a:ext cx="808380" cy="7156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5CC6722-8E11-4E9C-A7D3-F0374C047E77}"/>
              </a:ext>
            </a:extLst>
          </p:cNvPr>
          <p:cNvCxnSpPr>
            <a:cxnSpLocks/>
          </p:cNvCxnSpPr>
          <p:nvPr/>
        </p:nvCxnSpPr>
        <p:spPr>
          <a:xfrm>
            <a:off x="3975652" y="857717"/>
            <a:ext cx="12854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D14D5CA-055B-4E25-B84E-2D2AC311013B}"/>
              </a:ext>
            </a:extLst>
          </p:cNvPr>
          <p:cNvCxnSpPr>
            <a:cxnSpLocks/>
          </p:cNvCxnSpPr>
          <p:nvPr/>
        </p:nvCxnSpPr>
        <p:spPr>
          <a:xfrm>
            <a:off x="3975652" y="3386172"/>
            <a:ext cx="12854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lowchart: Decision 34">
            <a:extLst>
              <a:ext uri="{FF2B5EF4-FFF2-40B4-BE49-F238E27FC236}">
                <a16:creationId xmlns:a16="http://schemas.microsoft.com/office/drawing/2014/main" id="{A3A810C3-8F19-405E-9DE2-73DBA8C85334}"/>
              </a:ext>
            </a:extLst>
          </p:cNvPr>
          <p:cNvSpPr/>
          <p:nvPr/>
        </p:nvSpPr>
        <p:spPr>
          <a:xfrm>
            <a:off x="1689651" y="2351779"/>
            <a:ext cx="503583" cy="403951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4E5D13D-E94E-4CB8-846D-E3354AD26F8D}"/>
              </a:ext>
            </a:extLst>
          </p:cNvPr>
          <p:cNvCxnSpPr>
            <a:cxnSpLocks/>
            <a:stCxn id="5" idx="2"/>
            <a:endCxn id="35" idx="0"/>
          </p:cNvCxnSpPr>
          <p:nvPr/>
        </p:nvCxnSpPr>
        <p:spPr>
          <a:xfrm flipH="1">
            <a:off x="1941443" y="1772117"/>
            <a:ext cx="1" cy="5796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16DC3EB-2843-476F-8F42-07145A986E54}"/>
              </a:ext>
            </a:extLst>
          </p:cNvPr>
          <p:cNvCxnSpPr>
            <a:cxnSpLocks/>
            <a:stCxn id="35" idx="2"/>
            <a:endCxn id="21" idx="0"/>
          </p:cNvCxnSpPr>
          <p:nvPr/>
        </p:nvCxnSpPr>
        <p:spPr>
          <a:xfrm>
            <a:off x="1941443" y="2755730"/>
            <a:ext cx="1" cy="6009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A2442864-32F2-4D13-A645-08FF5FDEC308}"/>
              </a:ext>
            </a:extLst>
          </p:cNvPr>
          <p:cNvSpPr txBox="1"/>
          <p:nvPr/>
        </p:nvSpPr>
        <p:spPr>
          <a:xfrm>
            <a:off x="1590261" y="1884248"/>
            <a:ext cx="1524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A4989CC-7AEE-40E4-ABB1-F14D85BFD66C}"/>
              </a:ext>
            </a:extLst>
          </p:cNvPr>
          <p:cNvSpPr txBox="1"/>
          <p:nvPr/>
        </p:nvSpPr>
        <p:spPr>
          <a:xfrm>
            <a:off x="1507432" y="2779734"/>
            <a:ext cx="1524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</a:t>
            </a:r>
            <a:endParaRPr lang="th-TH" sz="1600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E995E74-ABF8-4E8B-8AE7-AB71F4757DFC}"/>
              </a:ext>
            </a:extLst>
          </p:cNvPr>
          <p:cNvSpPr/>
          <p:nvPr/>
        </p:nvSpPr>
        <p:spPr>
          <a:xfrm>
            <a:off x="1739347" y="4804396"/>
            <a:ext cx="1868557" cy="52322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2C6225-3B08-47EA-8340-695469C8BDAC}"/>
              </a:ext>
            </a:extLst>
          </p:cNvPr>
          <p:cNvSpPr txBox="1"/>
          <p:nvPr/>
        </p:nvSpPr>
        <p:spPr>
          <a:xfrm>
            <a:off x="2057399" y="4817648"/>
            <a:ext cx="12854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รหัสจังหวัด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AC6B14C7-0862-4ABD-A406-13625DDF93EE}"/>
              </a:ext>
            </a:extLst>
          </p:cNvPr>
          <p:cNvCxnSpPr>
            <a:cxnSpLocks/>
          </p:cNvCxnSpPr>
          <p:nvPr/>
        </p:nvCxnSpPr>
        <p:spPr>
          <a:xfrm>
            <a:off x="2057399" y="5145278"/>
            <a:ext cx="12854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7A2132C-9A40-4B62-ACE9-B9D88FC6991B}"/>
              </a:ext>
            </a:extLst>
          </p:cNvPr>
          <p:cNvCxnSpPr>
            <a:cxnSpLocks/>
          </p:cNvCxnSpPr>
          <p:nvPr/>
        </p:nvCxnSpPr>
        <p:spPr>
          <a:xfrm>
            <a:off x="2057399" y="5191692"/>
            <a:ext cx="12854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EDD41FC8-9A04-41D9-98C0-99E93D8B1BBB}"/>
              </a:ext>
            </a:extLst>
          </p:cNvPr>
          <p:cNvCxnSpPr/>
          <p:nvPr/>
        </p:nvCxnSpPr>
        <p:spPr>
          <a:xfrm>
            <a:off x="2057399" y="4277501"/>
            <a:ext cx="438666" cy="5268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9478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A6F31F8-7695-4538-91F9-FFEBD5681EE7}"/>
              </a:ext>
            </a:extLst>
          </p:cNvPr>
          <p:cNvSpPr/>
          <p:nvPr/>
        </p:nvSpPr>
        <p:spPr>
          <a:xfrm>
            <a:off x="731102" y="1554336"/>
            <a:ext cx="1304382" cy="5723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นักศึกษา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72B4285-95F2-450E-ADC5-26CE95B14412}"/>
              </a:ext>
            </a:extLst>
          </p:cNvPr>
          <p:cNvSpPr/>
          <p:nvPr/>
        </p:nvSpPr>
        <p:spPr>
          <a:xfrm>
            <a:off x="39735" y="454175"/>
            <a:ext cx="1665596" cy="40770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</a:rPr>
              <a:t>รหัสนักศึกษา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E878F91-6D29-436B-9486-FB4D60BA1481}"/>
              </a:ext>
            </a:extLst>
          </p:cNvPr>
          <p:cNvSpPr/>
          <p:nvPr/>
        </p:nvSpPr>
        <p:spPr>
          <a:xfrm>
            <a:off x="1522003" y="137185"/>
            <a:ext cx="1665596" cy="40770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</a:rPr>
              <a:t>ชื่อ-นามสกุล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88E98B4-FA26-499F-8F9A-6D03FBA34A0C}"/>
              </a:ext>
            </a:extLst>
          </p:cNvPr>
          <p:cNvSpPr/>
          <p:nvPr/>
        </p:nvSpPr>
        <p:spPr>
          <a:xfrm>
            <a:off x="2189243" y="649622"/>
            <a:ext cx="1665596" cy="40770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</a:rPr>
              <a:t>คณะ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5FA1A4C-6F96-41FE-8168-51511FB33AAC}"/>
              </a:ext>
            </a:extLst>
          </p:cNvPr>
          <p:cNvSpPr/>
          <p:nvPr/>
        </p:nvSpPr>
        <p:spPr>
          <a:xfrm>
            <a:off x="2726058" y="1192644"/>
            <a:ext cx="1665596" cy="40770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</a:rPr>
              <a:t>สาขาวิชา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2C44F0B-3427-415B-A3D3-3953B56AFC5C}"/>
              </a:ext>
            </a:extLst>
          </p:cNvPr>
          <p:cNvCxnSpPr>
            <a:cxnSpLocks/>
            <a:stCxn id="4" idx="0"/>
          </p:cNvCxnSpPr>
          <p:nvPr/>
        </p:nvCxnSpPr>
        <p:spPr>
          <a:xfrm flipH="1" flipV="1">
            <a:off x="1040013" y="1020209"/>
            <a:ext cx="343280" cy="534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50F574C-9C5A-444D-AE1F-20E95BE03F78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1383293" y="658025"/>
            <a:ext cx="652191" cy="8963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931A7C4-7A89-42F1-AE96-FD0293A6A08A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1383293" y="1100138"/>
            <a:ext cx="888729" cy="4541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D68BAD5-1862-41F7-955F-476CB8B69DFB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1383293" y="1382701"/>
            <a:ext cx="1187233" cy="171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lowchart: Decision 17">
            <a:extLst>
              <a:ext uri="{FF2B5EF4-FFF2-40B4-BE49-F238E27FC236}">
                <a16:creationId xmlns:a16="http://schemas.microsoft.com/office/drawing/2014/main" id="{08CFEA06-107F-459F-BE1B-291BF32DDB10}"/>
              </a:ext>
            </a:extLst>
          </p:cNvPr>
          <p:cNvSpPr/>
          <p:nvPr/>
        </p:nvSpPr>
        <p:spPr>
          <a:xfrm>
            <a:off x="648130" y="2966044"/>
            <a:ext cx="431450" cy="442984"/>
          </a:xfrm>
          <a:prstGeom prst="flowChartDecisio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D5BF4C17-C6AA-4E7B-AD9F-C6B5B7BCB931}"/>
              </a:ext>
            </a:extLst>
          </p:cNvPr>
          <p:cNvCxnSpPr>
            <a:cxnSpLocks/>
            <a:stCxn id="4" idx="1"/>
            <a:endCxn id="18" idx="1"/>
          </p:cNvCxnSpPr>
          <p:nvPr/>
        </p:nvCxnSpPr>
        <p:spPr>
          <a:xfrm rot="10800000" flipV="1">
            <a:off x="648130" y="1840512"/>
            <a:ext cx="82972" cy="1347024"/>
          </a:xfrm>
          <a:prstGeom prst="bentConnector3">
            <a:avLst>
              <a:gd name="adj1" fmla="val 37551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69D7EEAA-ED83-4B76-AD39-3475F803E3A2}"/>
              </a:ext>
            </a:extLst>
          </p:cNvPr>
          <p:cNvSpPr/>
          <p:nvPr/>
        </p:nvSpPr>
        <p:spPr>
          <a:xfrm>
            <a:off x="2570526" y="2905282"/>
            <a:ext cx="1304382" cy="5723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รายวิชา</a:t>
            </a: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5BD5F772-E372-44A9-B444-C26AC24191AB}"/>
              </a:ext>
            </a:extLst>
          </p:cNvPr>
          <p:cNvCxnSpPr>
            <a:cxnSpLocks/>
            <a:stCxn id="18" idx="3"/>
            <a:endCxn id="28" idx="1"/>
          </p:cNvCxnSpPr>
          <p:nvPr/>
        </p:nvCxnSpPr>
        <p:spPr>
          <a:xfrm>
            <a:off x="1079580" y="3187536"/>
            <a:ext cx="1490946" cy="392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0C8943B1-FD9F-4671-9BD2-38113962DE73}"/>
              </a:ext>
            </a:extLst>
          </p:cNvPr>
          <p:cNvSpPr/>
          <p:nvPr/>
        </p:nvSpPr>
        <p:spPr>
          <a:xfrm>
            <a:off x="1601524" y="2246688"/>
            <a:ext cx="1665596" cy="40770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</a:rPr>
              <a:t>รหัสวิชา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B2561B6-710A-47D0-BAD7-F42FA160BE56}"/>
              </a:ext>
            </a:extLst>
          </p:cNvPr>
          <p:cNvSpPr/>
          <p:nvPr/>
        </p:nvSpPr>
        <p:spPr>
          <a:xfrm>
            <a:off x="2753643" y="1782125"/>
            <a:ext cx="1665596" cy="40770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</a:rPr>
              <a:t>ชื่อรายวิชา </a:t>
            </a:r>
            <a:r>
              <a:rPr lang="en-US" sz="2000" dirty="0">
                <a:solidFill>
                  <a:schemeClr val="tx1"/>
                </a:solidFill>
              </a:rPr>
              <a:t>T</a:t>
            </a:r>
            <a:endParaRPr lang="th-TH" sz="2000" dirty="0">
              <a:solidFill>
                <a:schemeClr val="tx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3EA1494-9D38-4934-8D7F-ED4A3BEEE1C2}"/>
              </a:ext>
            </a:extLst>
          </p:cNvPr>
          <p:cNvSpPr/>
          <p:nvPr/>
        </p:nvSpPr>
        <p:spPr>
          <a:xfrm>
            <a:off x="5707813" y="1317383"/>
            <a:ext cx="1665596" cy="45204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</a:rPr>
              <a:t>รหัสอาจารย์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FADF988-FFBE-4E07-871F-7BAAAB0EB470}"/>
              </a:ext>
            </a:extLst>
          </p:cNvPr>
          <p:cNvSpPr/>
          <p:nvPr/>
        </p:nvSpPr>
        <p:spPr>
          <a:xfrm>
            <a:off x="3843787" y="2141339"/>
            <a:ext cx="1665596" cy="40770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</a:rPr>
              <a:t>ชื่อรายวิชา</a:t>
            </a:r>
            <a:r>
              <a:rPr lang="en-US" sz="2000" dirty="0">
                <a:solidFill>
                  <a:schemeClr val="tx1"/>
                </a:solidFill>
              </a:rPr>
              <a:t> E</a:t>
            </a:r>
            <a:endParaRPr lang="th-TH" sz="2000" dirty="0">
              <a:solidFill>
                <a:schemeClr val="tx1"/>
              </a:solidFill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3A387E9-2958-479F-9A5F-C7E7BA964114}"/>
              </a:ext>
            </a:extLst>
          </p:cNvPr>
          <p:cNvCxnSpPr>
            <a:cxnSpLocks/>
            <a:stCxn id="28" idx="0"/>
          </p:cNvCxnSpPr>
          <p:nvPr/>
        </p:nvCxnSpPr>
        <p:spPr>
          <a:xfrm flipH="1" flipV="1">
            <a:off x="2721031" y="2703392"/>
            <a:ext cx="501686" cy="2018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2B561401-3529-423E-A2AC-3805F9ABDC09}"/>
              </a:ext>
            </a:extLst>
          </p:cNvPr>
          <p:cNvSpPr/>
          <p:nvPr/>
        </p:nvSpPr>
        <p:spPr>
          <a:xfrm>
            <a:off x="6782170" y="2095508"/>
            <a:ext cx="1304382" cy="5723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อาจารย์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EA29461-F5F6-4D2F-8AD4-5F47575E627B}"/>
              </a:ext>
            </a:extLst>
          </p:cNvPr>
          <p:cNvSpPr/>
          <p:nvPr/>
        </p:nvSpPr>
        <p:spPr>
          <a:xfrm>
            <a:off x="7373409" y="1033939"/>
            <a:ext cx="1665596" cy="45204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</a:rPr>
              <a:t>ชื่อ-สกุล</a:t>
            </a:r>
            <a:r>
              <a:rPr lang="en-US" sz="2000" dirty="0">
                <a:solidFill>
                  <a:schemeClr val="tx1"/>
                </a:solidFill>
              </a:rPr>
              <a:t>T</a:t>
            </a:r>
            <a:endParaRPr lang="th-TH" sz="2000" dirty="0">
              <a:solidFill>
                <a:schemeClr val="tx1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5F01AE0-FF89-4C87-B0E9-CCC47265F131}"/>
              </a:ext>
            </a:extLst>
          </p:cNvPr>
          <p:cNvSpPr/>
          <p:nvPr/>
        </p:nvSpPr>
        <p:spPr>
          <a:xfrm>
            <a:off x="8174902" y="1733638"/>
            <a:ext cx="1665596" cy="40770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</a:rPr>
              <a:t>ชื่อ-สกุล</a:t>
            </a:r>
            <a:r>
              <a:rPr lang="en-US" sz="2000" dirty="0">
                <a:solidFill>
                  <a:schemeClr val="tx1"/>
                </a:solidFill>
              </a:rPr>
              <a:t> E</a:t>
            </a:r>
            <a:endParaRPr lang="th-TH" sz="2000" dirty="0">
              <a:solidFill>
                <a:schemeClr val="tx1"/>
              </a:solidFill>
            </a:endParaRPr>
          </a:p>
        </p:txBody>
      </p:sp>
      <p:sp>
        <p:nvSpPr>
          <p:cNvPr id="49" name="Flowchart: Decision 48">
            <a:extLst>
              <a:ext uri="{FF2B5EF4-FFF2-40B4-BE49-F238E27FC236}">
                <a16:creationId xmlns:a16="http://schemas.microsoft.com/office/drawing/2014/main" id="{23287B41-DA8E-423A-8C6A-6DFB48FC931E}"/>
              </a:ext>
            </a:extLst>
          </p:cNvPr>
          <p:cNvSpPr/>
          <p:nvPr/>
        </p:nvSpPr>
        <p:spPr>
          <a:xfrm>
            <a:off x="4959498" y="3477633"/>
            <a:ext cx="406356" cy="425342"/>
          </a:xfrm>
          <a:prstGeom prst="flowChartDecisio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DBB75B2B-2CCA-44AB-B34F-A90881EFA627}"/>
              </a:ext>
            </a:extLst>
          </p:cNvPr>
          <p:cNvCxnSpPr>
            <a:cxnSpLocks/>
            <a:endCxn id="49" idx="3"/>
          </p:cNvCxnSpPr>
          <p:nvPr/>
        </p:nvCxnSpPr>
        <p:spPr>
          <a:xfrm rot="10800000" flipV="1">
            <a:off x="5365854" y="2404190"/>
            <a:ext cx="1413966" cy="128611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B08970AB-21D2-46B3-97BB-8471F6E1EBC6}"/>
              </a:ext>
            </a:extLst>
          </p:cNvPr>
          <p:cNvCxnSpPr>
            <a:cxnSpLocks/>
            <a:stCxn id="28" idx="3"/>
            <a:endCxn id="49" idx="1"/>
          </p:cNvCxnSpPr>
          <p:nvPr/>
        </p:nvCxnSpPr>
        <p:spPr>
          <a:xfrm>
            <a:off x="3874908" y="3191458"/>
            <a:ext cx="1084590" cy="498846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60E527F-1929-457D-9AF9-5633A88564A8}"/>
              </a:ext>
            </a:extLst>
          </p:cNvPr>
          <p:cNvCxnSpPr>
            <a:cxnSpLocks/>
          </p:cNvCxnSpPr>
          <p:nvPr/>
        </p:nvCxnSpPr>
        <p:spPr>
          <a:xfrm flipH="1" flipV="1">
            <a:off x="7010400" y="1848536"/>
            <a:ext cx="438329" cy="247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A398EAD-8B5C-4301-937B-B9829C66DFC6}"/>
              </a:ext>
            </a:extLst>
          </p:cNvPr>
          <p:cNvCxnSpPr>
            <a:cxnSpLocks/>
          </p:cNvCxnSpPr>
          <p:nvPr/>
        </p:nvCxnSpPr>
        <p:spPr>
          <a:xfrm flipV="1">
            <a:off x="7480151" y="1572466"/>
            <a:ext cx="306050" cy="483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E45AF0C-56B4-4CB3-AEF0-DE6143C9FFB6}"/>
              </a:ext>
            </a:extLst>
          </p:cNvPr>
          <p:cNvCxnSpPr>
            <a:cxnSpLocks/>
          </p:cNvCxnSpPr>
          <p:nvPr/>
        </p:nvCxnSpPr>
        <p:spPr>
          <a:xfrm flipV="1">
            <a:off x="7423192" y="1896679"/>
            <a:ext cx="663360" cy="1890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AE7EBEF3-D5F3-4C5E-BB8C-5036CFCD0E5C}"/>
              </a:ext>
            </a:extLst>
          </p:cNvPr>
          <p:cNvSpPr txBox="1"/>
          <p:nvPr/>
        </p:nvSpPr>
        <p:spPr>
          <a:xfrm>
            <a:off x="872534" y="2190093"/>
            <a:ext cx="145488" cy="191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  <a:endParaRPr lang="th-TH" sz="16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73447E5-82CA-4E6C-96FC-9659FEC6F868}"/>
              </a:ext>
            </a:extLst>
          </p:cNvPr>
          <p:cNvSpPr txBox="1"/>
          <p:nvPr/>
        </p:nvSpPr>
        <p:spPr>
          <a:xfrm>
            <a:off x="1316255" y="2805565"/>
            <a:ext cx="165558" cy="191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</a:t>
            </a:r>
            <a:endParaRPr lang="th-TH" sz="16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C827492-A04F-4B37-BB39-46307F54CE50}"/>
              </a:ext>
            </a:extLst>
          </p:cNvPr>
          <p:cNvSpPr txBox="1"/>
          <p:nvPr/>
        </p:nvSpPr>
        <p:spPr>
          <a:xfrm>
            <a:off x="4613161" y="3313232"/>
            <a:ext cx="165558" cy="191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</a:t>
            </a:r>
            <a:endParaRPr lang="th-TH" sz="16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5B471D7-B5C3-4D70-8F8C-597E028BC03C}"/>
              </a:ext>
            </a:extLst>
          </p:cNvPr>
          <p:cNvSpPr txBox="1"/>
          <p:nvPr/>
        </p:nvSpPr>
        <p:spPr>
          <a:xfrm>
            <a:off x="6294317" y="2126687"/>
            <a:ext cx="145488" cy="191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  <a:endParaRPr lang="th-TH" sz="1600" dirty="0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A7335B2-3C90-4C43-8ADA-812F35625ED3}"/>
              </a:ext>
            </a:extLst>
          </p:cNvPr>
          <p:cNvCxnSpPr>
            <a:cxnSpLocks/>
            <a:stCxn id="28" idx="0"/>
          </p:cNvCxnSpPr>
          <p:nvPr/>
        </p:nvCxnSpPr>
        <p:spPr>
          <a:xfrm flipV="1">
            <a:off x="3222717" y="2538990"/>
            <a:ext cx="775474" cy="3662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54001BB5-E595-4732-8032-3735882E010A}"/>
              </a:ext>
            </a:extLst>
          </p:cNvPr>
          <p:cNvCxnSpPr>
            <a:cxnSpLocks/>
            <a:stCxn id="28" idx="0"/>
          </p:cNvCxnSpPr>
          <p:nvPr/>
        </p:nvCxnSpPr>
        <p:spPr>
          <a:xfrm flipV="1">
            <a:off x="3222717" y="2285888"/>
            <a:ext cx="245835" cy="619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C5D621D3-BFBC-4392-AE94-6C8A17376994}"/>
              </a:ext>
            </a:extLst>
          </p:cNvPr>
          <p:cNvSpPr/>
          <p:nvPr/>
        </p:nvSpPr>
        <p:spPr>
          <a:xfrm>
            <a:off x="6497305" y="4894513"/>
            <a:ext cx="2428157" cy="5188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การลงทะเบียน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0C014103-FF20-4F89-A013-D806E684370D}"/>
              </a:ext>
            </a:extLst>
          </p:cNvPr>
          <p:cNvSpPr/>
          <p:nvPr/>
        </p:nvSpPr>
        <p:spPr>
          <a:xfrm>
            <a:off x="6582871" y="6026705"/>
            <a:ext cx="1776335" cy="40770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b="1" dirty="0">
                <a:solidFill>
                  <a:schemeClr val="tx1"/>
                </a:solidFill>
              </a:rPr>
              <a:t>รหัสนักศึกษา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9A338CFD-12DB-4F42-AEA7-557B2232F990}"/>
              </a:ext>
            </a:extLst>
          </p:cNvPr>
          <p:cNvSpPr/>
          <p:nvPr/>
        </p:nvSpPr>
        <p:spPr>
          <a:xfrm>
            <a:off x="8832251" y="4052002"/>
            <a:ext cx="1665596" cy="40770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</a:rPr>
              <a:t>รหัสนักศึกษา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5862694B-4777-40CB-B205-DFA676DBAE88}"/>
              </a:ext>
            </a:extLst>
          </p:cNvPr>
          <p:cNvSpPr/>
          <p:nvPr/>
        </p:nvSpPr>
        <p:spPr>
          <a:xfrm>
            <a:off x="7469089" y="3617193"/>
            <a:ext cx="1665596" cy="40770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</a:rPr>
              <a:t>รหัสนักศึกษา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D629EE7A-F28E-493C-AA86-953411986C2A}"/>
              </a:ext>
            </a:extLst>
          </p:cNvPr>
          <p:cNvSpPr/>
          <p:nvPr/>
        </p:nvSpPr>
        <p:spPr>
          <a:xfrm>
            <a:off x="5744462" y="3914341"/>
            <a:ext cx="1665596" cy="40770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</a:rPr>
              <a:t>รหัสนักศึกษา</a:t>
            </a:r>
          </a:p>
        </p:txBody>
      </p:sp>
      <p:sp>
        <p:nvSpPr>
          <p:cNvPr id="110" name="Flowchart: Decision 109">
            <a:extLst>
              <a:ext uri="{FF2B5EF4-FFF2-40B4-BE49-F238E27FC236}">
                <a16:creationId xmlns:a16="http://schemas.microsoft.com/office/drawing/2014/main" id="{E796C6FA-A45B-48E6-A64D-804E82C36E40}"/>
              </a:ext>
            </a:extLst>
          </p:cNvPr>
          <p:cNvSpPr/>
          <p:nvPr/>
        </p:nvSpPr>
        <p:spPr>
          <a:xfrm>
            <a:off x="2971874" y="4156880"/>
            <a:ext cx="496678" cy="381370"/>
          </a:xfrm>
          <a:prstGeom prst="flowChartDecisio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cxnSp>
        <p:nvCxnSpPr>
          <p:cNvPr id="112" name="Connector: Elbow 111">
            <a:extLst>
              <a:ext uri="{FF2B5EF4-FFF2-40B4-BE49-F238E27FC236}">
                <a16:creationId xmlns:a16="http://schemas.microsoft.com/office/drawing/2014/main" id="{B5F34AE2-B66A-4B2A-81F3-551C12E24098}"/>
              </a:ext>
            </a:extLst>
          </p:cNvPr>
          <p:cNvCxnSpPr>
            <a:stCxn id="49" idx="2"/>
            <a:endCxn id="110" idx="3"/>
          </p:cNvCxnSpPr>
          <p:nvPr/>
        </p:nvCxnSpPr>
        <p:spPr>
          <a:xfrm rot="5400000">
            <a:off x="4093319" y="3278208"/>
            <a:ext cx="444590" cy="169412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A4E99FBD-E20F-4FF2-A2FF-C4B6590ADB06}"/>
              </a:ext>
            </a:extLst>
          </p:cNvPr>
          <p:cNvCxnSpPr>
            <a:stCxn id="18" idx="2"/>
            <a:endCxn id="110" idx="1"/>
          </p:cNvCxnSpPr>
          <p:nvPr/>
        </p:nvCxnSpPr>
        <p:spPr>
          <a:xfrm rot="16200000" flipH="1">
            <a:off x="1448596" y="2824286"/>
            <a:ext cx="938537" cy="2108019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: Elbow 117">
            <a:extLst>
              <a:ext uri="{FF2B5EF4-FFF2-40B4-BE49-F238E27FC236}">
                <a16:creationId xmlns:a16="http://schemas.microsoft.com/office/drawing/2014/main" id="{69453164-D99F-4A5F-8A55-53C6EAA5F19D}"/>
              </a:ext>
            </a:extLst>
          </p:cNvPr>
          <p:cNvCxnSpPr>
            <a:cxnSpLocks/>
            <a:stCxn id="110" idx="2"/>
            <a:endCxn id="76" idx="1"/>
          </p:cNvCxnSpPr>
          <p:nvPr/>
        </p:nvCxnSpPr>
        <p:spPr>
          <a:xfrm rot="16200000" flipH="1">
            <a:off x="4550906" y="3207557"/>
            <a:ext cx="615706" cy="327709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5CFA13E3-4E7A-4F2E-83A5-673EFC4C5013}"/>
              </a:ext>
            </a:extLst>
          </p:cNvPr>
          <p:cNvCxnSpPr>
            <a:cxnSpLocks/>
          </p:cNvCxnSpPr>
          <p:nvPr/>
        </p:nvCxnSpPr>
        <p:spPr>
          <a:xfrm flipH="1" flipV="1">
            <a:off x="7010400" y="4347564"/>
            <a:ext cx="737236" cy="544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7A0CEBD8-5199-4571-AAFD-ED55479380C5}"/>
              </a:ext>
            </a:extLst>
          </p:cNvPr>
          <p:cNvCxnSpPr>
            <a:stCxn id="76" idx="2"/>
          </p:cNvCxnSpPr>
          <p:nvPr/>
        </p:nvCxnSpPr>
        <p:spPr>
          <a:xfrm flipH="1">
            <a:off x="7414448" y="5413399"/>
            <a:ext cx="296936" cy="510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7D7BACC2-2261-4269-9BD6-6D78CCD6FEED}"/>
              </a:ext>
            </a:extLst>
          </p:cNvPr>
          <p:cNvCxnSpPr>
            <a:cxnSpLocks/>
          </p:cNvCxnSpPr>
          <p:nvPr/>
        </p:nvCxnSpPr>
        <p:spPr>
          <a:xfrm flipV="1">
            <a:off x="7738789" y="4376170"/>
            <a:ext cx="1120868" cy="5240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8128F1A0-A624-4D4A-9730-8846CC25AB1D}"/>
              </a:ext>
            </a:extLst>
          </p:cNvPr>
          <p:cNvCxnSpPr>
            <a:cxnSpLocks/>
          </p:cNvCxnSpPr>
          <p:nvPr/>
        </p:nvCxnSpPr>
        <p:spPr>
          <a:xfrm flipV="1">
            <a:off x="7747636" y="4244570"/>
            <a:ext cx="191019" cy="6470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7144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8C896E4-E661-485E-AE7B-8DC9AAB996F3}"/>
              </a:ext>
            </a:extLst>
          </p:cNvPr>
          <p:cNvSpPr/>
          <p:nvPr/>
        </p:nvSpPr>
        <p:spPr>
          <a:xfrm>
            <a:off x="1426543" y="1889107"/>
            <a:ext cx="2411166" cy="5188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นักศึกษา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7D815AE-5C75-4246-8D9C-0D0A61040D69}"/>
              </a:ext>
            </a:extLst>
          </p:cNvPr>
          <p:cNvSpPr/>
          <p:nvPr/>
        </p:nvSpPr>
        <p:spPr>
          <a:xfrm>
            <a:off x="4851053" y="1874076"/>
            <a:ext cx="1776335" cy="40770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b="1" dirty="0">
                <a:solidFill>
                  <a:schemeClr val="tx1"/>
                </a:solidFill>
              </a:rPr>
              <a:t>สาขาวิชา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377B70F-66E0-4EB3-B02C-35053EB017B0}"/>
              </a:ext>
            </a:extLst>
          </p:cNvPr>
          <p:cNvSpPr/>
          <p:nvPr/>
        </p:nvSpPr>
        <p:spPr>
          <a:xfrm>
            <a:off x="3761488" y="1046596"/>
            <a:ext cx="1665596" cy="40770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</a:rPr>
              <a:t>ชื่อ-สกุล</a:t>
            </a:r>
            <a:r>
              <a:rPr lang="en-US" sz="2000" dirty="0">
                <a:solidFill>
                  <a:schemeClr val="tx1"/>
                </a:solidFill>
              </a:rPr>
              <a:t>T</a:t>
            </a:r>
            <a:endParaRPr lang="th-TH" sz="2000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AE220CB-98FF-4636-A3EA-9991AED1C7CA}"/>
              </a:ext>
            </a:extLst>
          </p:cNvPr>
          <p:cNvSpPr/>
          <p:nvPr/>
        </p:nvSpPr>
        <p:spPr>
          <a:xfrm>
            <a:off x="2398326" y="611787"/>
            <a:ext cx="1665596" cy="40770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</a:rPr>
              <a:t>รหัสนักศึกษา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29E09D6-47AB-4716-A4BB-932DCFB15E04}"/>
              </a:ext>
            </a:extLst>
          </p:cNvPr>
          <p:cNvSpPr/>
          <p:nvPr/>
        </p:nvSpPr>
        <p:spPr>
          <a:xfrm>
            <a:off x="673699" y="908935"/>
            <a:ext cx="1665596" cy="40770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</a:rPr>
              <a:t>คณะวิชาน</a:t>
            </a: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r>
              <a:rPr lang="th-TH" sz="2000" dirty="0">
                <a:solidFill>
                  <a:schemeClr val="tx1"/>
                </a:solidFill>
              </a:rPr>
              <a:t> คณะ</a:t>
            </a: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  <a:p>
            <a:pPr algn="ctr"/>
            <a:endParaRPr lang="th-TH" sz="2000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8489DB6-98F5-4952-B985-E62E9DF4275A}"/>
              </a:ext>
            </a:extLst>
          </p:cNvPr>
          <p:cNvCxnSpPr>
            <a:cxnSpLocks/>
          </p:cNvCxnSpPr>
          <p:nvPr/>
        </p:nvCxnSpPr>
        <p:spPr>
          <a:xfrm flipH="1" flipV="1">
            <a:off x="1939637" y="1342158"/>
            <a:ext cx="737236" cy="544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75E8DFA-1775-4D88-9CF9-21A9A33DD76A}"/>
              </a:ext>
            </a:extLst>
          </p:cNvPr>
          <p:cNvCxnSpPr>
            <a:cxnSpLocks/>
          </p:cNvCxnSpPr>
          <p:nvPr/>
        </p:nvCxnSpPr>
        <p:spPr>
          <a:xfrm>
            <a:off x="3837709" y="2161309"/>
            <a:ext cx="76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384A45F-036B-4ADF-A079-F964CAD714BE}"/>
              </a:ext>
            </a:extLst>
          </p:cNvPr>
          <p:cNvCxnSpPr>
            <a:cxnSpLocks/>
          </p:cNvCxnSpPr>
          <p:nvPr/>
        </p:nvCxnSpPr>
        <p:spPr>
          <a:xfrm flipV="1">
            <a:off x="2668026" y="1370764"/>
            <a:ext cx="1120868" cy="5240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29CCEB5-2BCD-4B48-965F-2080C8D87B5B}"/>
              </a:ext>
            </a:extLst>
          </p:cNvPr>
          <p:cNvCxnSpPr>
            <a:cxnSpLocks/>
          </p:cNvCxnSpPr>
          <p:nvPr/>
        </p:nvCxnSpPr>
        <p:spPr>
          <a:xfrm flipV="1">
            <a:off x="2676873" y="1239164"/>
            <a:ext cx="191019" cy="6470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A9CE6F46-46F5-4205-9A9D-2F99E17CDAC6}"/>
              </a:ext>
            </a:extLst>
          </p:cNvPr>
          <p:cNvSpPr/>
          <p:nvPr/>
        </p:nvSpPr>
        <p:spPr>
          <a:xfrm>
            <a:off x="3837709" y="2716587"/>
            <a:ext cx="1776335" cy="407701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b="1" dirty="0">
                <a:solidFill>
                  <a:schemeClr val="tx1"/>
                </a:solidFill>
              </a:rPr>
              <a:t>สาขาวิชา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B46E1A3-2313-4799-BF5A-F98828AA86B5}"/>
              </a:ext>
            </a:extLst>
          </p:cNvPr>
          <p:cNvCxnSpPr>
            <a:cxnSpLocks/>
          </p:cNvCxnSpPr>
          <p:nvPr/>
        </p:nvCxnSpPr>
        <p:spPr>
          <a:xfrm>
            <a:off x="3804378" y="2148550"/>
            <a:ext cx="516410" cy="3479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Table 26">
            <a:extLst>
              <a:ext uri="{FF2B5EF4-FFF2-40B4-BE49-F238E27FC236}">
                <a16:creationId xmlns:a16="http://schemas.microsoft.com/office/drawing/2014/main" id="{0627B8C0-27CB-46E4-AE27-B5AE437FB1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817633"/>
              </p:ext>
            </p:extLst>
          </p:nvPr>
        </p:nvGraphicFramePr>
        <p:xfrm>
          <a:off x="1731818" y="3670283"/>
          <a:ext cx="8728364" cy="2590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82091">
                  <a:extLst>
                    <a:ext uri="{9D8B030D-6E8A-4147-A177-3AD203B41FA5}">
                      <a16:colId xmlns:a16="http://schemas.microsoft.com/office/drawing/2014/main" val="1525329543"/>
                    </a:ext>
                  </a:extLst>
                </a:gridCol>
                <a:gridCol w="2182091">
                  <a:extLst>
                    <a:ext uri="{9D8B030D-6E8A-4147-A177-3AD203B41FA5}">
                      <a16:colId xmlns:a16="http://schemas.microsoft.com/office/drawing/2014/main" val="3137697261"/>
                    </a:ext>
                  </a:extLst>
                </a:gridCol>
                <a:gridCol w="2182091">
                  <a:extLst>
                    <a:ext uri="{9D8B030D-6E8A-4147-A177-3AD203B41FA5}">
                      <a16:colId xmlns:a16="http://schemas.microsoft.com/office/drawing/2014/main" val="995693731"/>
                    </a:ext>
                  </a:extLst>
                </a:gridCol>
                <a:gridCol w="2182091">
                  <a:extLst>
                    <a:ext uri="{9D8B030D-6E8A-4147-A177-3AD203B41FA5}">
                      <a16:colId xmlns:a16="http://schemas.microsoft.com/office/drawing/2014/main" val="727296050"/>
                    </a:ext>
                  </a:extLst>
                </a:gridCol>
              </a:tblGrid>
              <a:tr h="477993">
                <a:tc>
                  <a:txBody>
                    <a:bodyPr/>
                    <a:lstStyle/>
                    <a:p>
                      <a:r>
                        <a:rPr lang="th-TH" dirty="0"/>
                        <a:t>      </a:t>
                      </a:r>
                      <a:r>
                        <a:rPr lang="en-US" dirty="0"/>
                        <a:t>Field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type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Length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6210420"/>
                  </a:ext>
                </a:extLst>
              </a:tr>
              <a:tr h="477993">
                <a:tc>
                  <a:txBody>
                    <a:bodyPr/>
                    <a:lstStyle/>
                    <a:p>
                      <a:r>
                        <a:rPr lang="th-TH" dirty="0"/>
                        <a:t>รหัสนักศึกษา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Long integer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Primary Key</a:t>
                      </a:r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4028439"/>
                  </a:ext>
                </a:extLst>
              </a:tr>
              <a:tr h="477993">
                <a:tc>
                  <a:txBody>
                    <a:bodyPr/>
                    <a:lstStyle/>
                    <a:p>
                      <a:r>
                        <a:rPr lang="th-TH" dirty="0"/>
                        <a:t>ชื่อ-สกุล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4107740"/>
                  </a:ext>
                </a:extLst>
              </a:tr>
              <a:tr h="477993">
                <a:tc>
                  <a:txBody>
                    <a:bodyPr/>
                    <a:lstStyle/>
                    <a:p>
                      <a:r>
                        <a:rPr lang="en-US" dirty="0"/>
                        <a:t>Tel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941778"/>
                  </a:ext>
                </a:extLst>
              </a:tr>
              <a:tr h="477993">
                <a:tc>
                  <a:txBody>
                    <a:bodyPr/>
                    <a:lstStyle/>
                    <a:p>
                      <a:r>
                        <a:rPr lang="en-US" dirty="0"/>
                        <a:t>Subject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th-T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8774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6212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127</Words>
  <Application>Microsoft Office PowerPoint</Application>
  <PresentationFormat>Widescreen</PresentationFormat>
  <Paragraphs>1038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Student-01</dc:creator>
  <cp:lastModifiedBy>Student-01</cp:lastModifiedBy>
  <cp:revision>11</cp:revision>
  <dcterms:created xsi:type="dcterms:W3CDTF">2026-10-07T06:32:27Z</dcterms:created>
  <dcterms:modified xsi:type="dcterms:W3CDTF">2026-10-22T08:46:12Z</dcterms:modified>
</cp:coreProperties>
</file>